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社内用（提出前に削除）" id="{e8bff2ad-0885-5e1b-e212-d8bb86a7fa00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想定問答メモの出典: https://gree-x.com/news/20261023.html 。助成金: https://www.mhlw.go.jp/content/11800000/001731978.pdf 、https://it-shien.smrj.go.jp/pdf/it2026_kaitei_koubo_tsujyo.pdf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12064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0"/>
          <p:cNvSpPr/>
          <p:nvPr/>
        </p:nvSpPr>
        <p:spPr>
          <a:xfrm>
            <a:off x="548640" y="6556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グリーエックス株式会社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社内用｜案件管理情報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社内確認用の資料です。お客様には提出・投影しないでください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社内用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91295"/>
              </a:tblGrid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4353695：株式会社サカイ（他1名が登録）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商談予定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2026年10月27日(火) 15:00／WEB会議（Zoom）※どなたか1名様は必ず担当者様用URLからご参加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当日のメイン担当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山口 宙輝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先方ご担当者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大畑 潤弥 様（事業本部 人事経理G／担当業務：DX推進、総務・経理／役職・出身地：未登録／在籍地：愛知県）kikaku@s-ajisai.com／052-508-6437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人柄メモ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明るい雰囲気でお話される方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レディクル担当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光石 和貴 様　kazutaka.mitsuishi@frontier-gr.jp／092-688-1281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発注企業情報（登録値）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設立 1976年5月6日／資本金 1,000万円／決算月 5月／社員数 301名／愛知県（最寄駅：小田井駅）／業界：医薬・バイオ／医療・福祉関連サービス／介護サービス／売上高 0円（登録値）／URL：http://www.s-ajisai.com/recluit.html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案件条件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既存取引先：有（選定候補内かは未定）／打合せ頻度：未定／コンペ費：無／紹介希望地域：全国／実施確度：予算や提案内容次第で実施検討（Workspace はライセンス購入済みで、Dropbox からの早期切替を希望しているため）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助成金メモ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人材開発支援助成金（事業展開等リスキリング支援コース）は令和8年度末までの時限措置。2026年8月以降、汎用的な DX 研修は対象外とされたため、研修部分の対象可否は要確認。デジタル化・AI導入補助金はグループウェア単独では申請不可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想定問答メモ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当社は2026年10月23日、問い合わせフォーム（外部サービス）経由の情報が流出した可能性を公表済み。セキュリティ体制について質問された場合の回答を事前に確認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社内用｜挙手時のアピール文（原文）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案件への挙手時に送付したアピール文です。本日の説明内容との整合確認用にご活用ください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社内用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11094415" cy="4752505"/>
          </a:xfrm>
          <a:prstGeom prst="roundRect">
            <a:avLst>
              <a:gd name="adj" fmla="val 1924"/>
            </a:avLst>
          </a:prstGeom>
          <a:solidFill>
            <a:schemeClr val="bg1"/>
          </a:solidFill>
          <a:ln w="12700">
            <a:solidFill>
              <a:srgbClr val="D255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42823"/>
            <a:ext cx="10454335" cy="433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グリーエックス株式会社の山口宙輝と申します。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導入済みのGoogle WorkspaceとGeminiを活かし、現場の負担を抑えながら業務効率化を進めるご支援を提案したく、手を挙げさせていただきました。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まずは、早期の実現をご希望されているDropboxからGoogle Driveへの移行に向け、現在の共有設定・アクセス権限・運用状況を確認し、個人情報の取り扱いに配慮したファイル管理・共有方法を整理します。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業務効率化については、現在テスト導入されている8名の皆様の業務を伺い、資料作成、メール対応、議事録作成、提出物管理などから、効果を実感しやすい業務を優先して活用方法を具体化します。業務別のテンプレートや操作手順の整備、担当者様への知識共有を通じて、社内で教え、広げられる状態を目指します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そのうえで、営業部門・現場管理職を含む50〜70名への段階的な展開を見据え、現場の使い方や習熟度に合わせた進め方をご提案します。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初回のお打合せでは、現在のご契約プランと運用上のお困りごとを伺い、助言を中心とした支援から設定・業務改善の実行支援まで、ご予算に応じた複数の進め方をご相談できれば幸いです。削減時間や利用状況など、費用対効果を確認する指標も併せて整理いた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X Proposal">
  <a:themeElements>
    <a:clrScheme name="GREEX Proposal">
      <a:dk1>
        <a:srgbClr val="1F2233"/>
      </a:dk1>
      <a:lt1>
        <a:srgbClr val="FFFFFF"/>
      </a:lt1>
      <a:dk2>
        <a:srgbClr val="2B2A5E"/>
      </a:dk2>
      <a:lt2>
        <a:srgbClr val="F3F2FA"/>
      </a:lt2>
      <a:accent1>
        <a:srgbClr val="5B4FC4"/>
      </a:accent1>
      <a:accent2>
        <a:srgbClr val="3D7BC8"/>
      </a:accent2>
      <a:accent3>
        <a:srgbClr val="2A9785"/>
      </a:accent3>
      <a:accent4>
        <a:srgbClr val="EFA23A"/>
      </a:accent4>
      <a:accent5>
        <a:srgbClr val="D2557A"/>
      </a:accent5>
      <a:accent6>
        <a:srgbClr val="7C8096"/>
      </a:accent6>
      <a:hlink>
        <a:srgbClr val="3D7BC8"/>
      </a:hlink>
      <a:folHlink>
        <a:srgbClr val="5B4FC4"/>
      </a:folHlink>
    </a:clrScheme>
    <a:fontScheme name="GREEX Proposal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グリーエックス株式会社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株式会社サカイ様 Google Workspace × Gemini 活用支援のご提案</dc:title>
  <dc:subject>PptxGenJS Presentation</dc:subject>
  <dc:creator>グリーエックス株式会社</dc:creator>
  <cp:lastModifiedBy>グリーエックス株式会社</cp:lastModifiedBy>
  <cp:revision>1</cp:revision>
  <dcterms:created xsi:type="dcterms:W3CDTF">2026-10-26T04:54:12Z</dcterms:created>
  <dcterms:modified xsi:type="dcterms:W3CDTF">2026-10-26T04:54:12Z</dcterms:modified>
</cp:coreProperties>
</file>